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Choosing a branching model and workflow</a:t>
            </a:r>
          </a:p>
          <a:p>
            <a:pPr lvl="0"/>
            <a:r>
              <a:rPr/>
              <a:t>Starting simple</a:t>
            </a:r>
          </a:p>
          <a:p>
            <a:pPr lvl="0"/>
            <a:r>
              <a:rPr/>
              <a:t>Scaling up</a:t>
            </a:r>
          </a:p>
          <a:p>
            <a:pPr lvl="0"/>
            <a:r>
              <a:rPr/>
              <a:t>Integration branches</a:t>
            </a:r>
          </a:p>
          <a:p>
            <a:pPr lvl="0"/>
            <a:r>
              <a:rPr/>
              <a:t>Delivering changes via a release</a:t>
            </a:r>
          </a:p>
          <a:p>
            <a:pPr lvl="0"/>
            <a:r>
              <a:rPr/>
              <a:t>Hot-fix for production</a:t>
            </a:r>
          </a:p>
          <a:p>
            <a:pPr lvl="0"/>
            <a:r>
              <a:rPr/>
              <a:t>Using an Epic branch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Branching Strategy</a:t>
            </a:r>
          </a:p>
        </p:txBody>
      </p:sp>
      <p:sp>
        <p:nvSpPr>
          <p:cNvPr id="3" name="Content Placeholder 2"/>
          <p:cNvSpPr>
            <a:spLocks noGrp="1"/>
          </p:cNvSpPr>
          <p:nvPr>
            <p:ph idx="1"/>
          </p:nvPr>
        </p:nvSpPr>
        <p:spPr/>
        <p:txBody>
          <a:bodyPr/>
          <a:lstStyle/>
          <a:p>
            <a:pPr lvl="0" indent="0" marL="0">
              <a:spcBef>
                <a:spcPts val="3000"/>
              </a:spcBef>
              <a:buNone/>
            </a:pPr>
            <a:r>
              <a:rPr b="1"/>
              <a:t>Starting Simple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4648200" y="2387600"/>
            <a:ext cx="4038600" cy="990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Starting Simple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Every change starts in a branch</a:t>
            </a:r>
          </a:p>
          <a:p>
            <a:pPr lvl="0" indent="0" marL="0">
              <a:buNone/>
            </a:pPr>
            <a:r>
              <a:rPr/>
              <a:t>These branches merge to </a:t>
            </a:r>
            <a:r>
              <a:rPr>
                <a:latin typeface="Courier"/>
              </a:rPr>
              <a:t>main</a:t>
            </a:r>
          </a:p>
        </p:txBody>
      </p:sp>
      <p:pic>
        <p:nvPicPr>
          <p:cNvPr descr="static/img/branching-model/image5.png" id="0" name="Picture 1"/>
          <p:cNvPicPr>
            <a:picLocks noGrp="1" noChangeAspect="1"/>
          </p:cNvPicPr>
          <p:nvPr/>
        </p:nvPicPr>
        <p:blipFill>
          <a:blip r:embed="rId2"/>
          <a:stretch>
            <a:fillRect/>
          </a:stretch>
        </p:blipFill>
        <p:spPr bwMode="auto">
          <a:xfrm>
            <a:off x="4648200" y="2387600"/>
            <a:ext cx="4038600" cy="9906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2023-11-18T16:23:29Z</dcterms:created>
  <dcterms:modified xsi:type="dcterms:W3CDTF">2023-11-18T16:23:29Z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subtitle">
    <vt:lpwstr>Recommended by the DAT Team</vt:lpwstr>
  </property>
  <property fmtid="{D5CDD505-2E9C-101B-9397-08002B2CF9AE}" pid="10" name="toc-title">
    <vt:lpwstr>Table of contents</vt:lpwstr>
  </property>
</Properties>
</file>