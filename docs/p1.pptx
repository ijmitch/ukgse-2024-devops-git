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Choosing a branching model and workflow</a:t>
            </a:r>
          </a:p>
          <a:p>
            <a:pPr lvl="0"/>
            <a:r>
              <a:rPr/>
              <a:t>Starting simple</a:t>
            </a:r>
          </a:p>
          <a:p>
            <a:pPr lvl="0"/>
            <a:r>
              <a:rPr/>
              <a:t>Scaling up</a:t>
            </a:r>
          </a:p>
          <a:p>
            <a:pPr lvl="0"/>
            <a:r>
              <a:rPr/>
              <a:t>Integration branches</a:t>
            </a:r>
          </a:p>
          <a:p>
            <a:pPr lvl="0"/>
            <a:r>
              <a:rPr/>
              <a:t>Delivering changes via a release</a:t>
            </a:r>
          </a:p>
          <a:p>
            <a:pPr lvl="0"/>
            <a:r>
              <a:rPr/>
              <a:t>Hot-fix for production</a:t>
            </a:r>
          </a:p>
          <a:p>
            <a:pPr lvl="0"/>
            <a:r>
              <a:rPr/>
              <a:t>Using an Epic branch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There is no magic answer to managing large numbers of “in-flight” changes, so planning assumptions should aim as much as possible to complete changes quickly, ideally within one release cycle.</a:t>
            </a:r>
          </a:p>
          <a:p>
            <a:pPr lvl="1"/>
            <a:r>
              <a:rPr/>
              <a:t>DevOps/Agile practices typically encourage that, where possible, development teams should strive to break down larger changes into sets of smaller, incremental deliverables that can each be completed within an iteration. This reduces the number of “in-flight” changes, and allows the team to deliver value (end-to-end functionality) more quickly while still building towards a larger development goal.</a:t>
            </a:r>
          </a:p>
          <a:p>
            <a:pPr lvl="0"/>
            <a:r>
              <a:rPr/>
              <a:t>We know it is sometimes unavoidable for work to take longer than one release cycle and we accommodate that as a variant of the base workflow.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Branching Strategy</a:t>
            </a:r>
          </a:p>
        </p:txBody>
      </p:sp>
      <p:sp>
        <p:nvSpPr>
          <p:cNvPr id="3" name="Content Placeholder 2"/>
          <p:cNvSpPr>
            <a:spLocks noGrp="1"/>
          </p:cNvSpPr>
          <p:nvPr>
            <p:ph idx="1"/>
          </p:nvPr>
        </p:nvSpPr>
        <p:spPr/>
        <p:txBody>
          <a:bodyPr/>
          <a:lstStyle/>
          <a:p>
            <a:pPr lvl="0" indent="0" marL="0">
              <a:spcBef>
                <a:spcPts val="3000"/>
              </a:spcBef>
              <a:buNone/>
            </a:pPr>
            <a:r>
              <a:rPr b="1"/>
              <a:t>Starting Simple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4648200" y="2387600"/>
            <a:ext cx="4038600" cy="990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Starting Simple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Every change starts in a branch</a:t>
            </a:r>
          </a:p>
          <a:p>
            <a:pPr lvl="0" indent="0" marL="0">
              <a:buNone/>
            </a:pPr>
            <a:r>
              <a:rPr/>
              <a:t>These branches merge to </a:t>
            </a:r>
            <a:r>
              <a:rPr>
                <a:latin typeface="Courier"/>
              </a:rPr>
              <a:t>main</a:t>
            </a:r>
          </a:p>
        </p:txBody>
      </p:sp>
      <p:pic>
        <p:nvPicPr>
          <p:cNvPr descr="static/img/branching-model/image5.png" id="0" name="Picture 1"/>
          <p:cNvPicPr>
            <a:picLocks noGrp="1" noChangeAspect="1"/>
          </p:cNvPicPr>
          <p:nvPr/>
        </p:nvPicPr>
        <p:blipFill>
          <a:blip r:embed="rId2"/>
          <a:stretch>
            <a:fillRect/>
          </a:stretch>
        </p:blipFill>
        <p:spPr bwMode="auto">
          <a:xfrm>
            <a:off x="4648200" y="2387600"/>
            <a:ext cx="4038600" cy="9906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2023-11-18T18:43:30Z</dcterms:created>
  <dcterms:modified xsi:type="dcterms:W3CDTF">2023-11-18T18:43:30Z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subtitle">
    <vt:lpwstr>Recommended by the DAT Team</vt:lpwstr>
  </property>
  <property fmtid="{D5CDD505-2E9C-101B-9397-08002B2CF9AE}" pid="10" name="toc-title">
    <vt:lpwstr>Table of contents</vt:lpwstr>
  </property>
</Properties>
</file>