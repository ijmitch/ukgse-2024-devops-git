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1"/>
            <a:r>
              <a:rPr/>
              <a:t>Aim to be </a:t>
            </a:r>
            <a:r>
              <a:rPr i="1"/>
              <a:t>git-native</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a:p>
            <a:pPr lvl="0" indent="0" marL="0">
              <a:spcBef>
                <a:spcPts val="3000"/>
              </a:spcBef>
              <a:buNone/>
            </a:pPr>
            <a:r>
              <a:rPr b="1"/>
              <a:t>Convention over configuration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to</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spcBef>
                <a:spcPts val="3000"/>
              </a:spcBef>
              <a:buNone/>
            </a:pPr>
            <a:r>
              <a:rPr b="1"/>
              <a:t>Features for the next planned release</a:t>
            </a:r>
          </a:p>
          <a:p>
            <a:pPr lvl="0" indent="0" marL="0">
              <a:buNone/>
            </a:pPr>
            <a:r>
              <a:rPr i="1"/>
              <a:t>TO-DO</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environment(s)</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used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deploy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2023-11-27T14:17:01Z</dcterms:created>
  <dcterms:modified xsi:type="dcterms:W3CDTF">2023-11-27T14:17:01Z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