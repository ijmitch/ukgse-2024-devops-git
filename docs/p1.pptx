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Branching Strategy</a:t>
            </a:r>
          </a:p>
        </p:txBody>
      </p:sp>
      <p:sp>
        <p:nvSpPr>
          <p:cNvPr id="3" name="Content Placeholder 2"/>
          <p:cNvSpPr>
            <a:spLocks noGrp="1"/>
          </p:cNvSpPr>
          <p:nvPr>
            <p:ph idx="1"/>
          </p:nvPr>
        </p:nvSpPr>
        <p:spPr/>
        <p:txBody>
          <a:bodyPr/>
          <a:lstStyle/>
          <a:p>
            <a:pPr lvl="0" indent="0" marL="0">
              <a:spcBef>
                <a:spcPts val="3000"/>
              </a:spcBef>
              <a:buNone/>
            </a:pPr>
            <a:r>
              <a:rPr b="1"/>
              <a:t>Starting Simple 1</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Multiple commits (changes to multiple files) made to a branch by developers.</a:t>
            </a:r>
          </a:p>
          <a:p>
            <a:pPr lvl="0" indent="0" marL="0">
              <a:spcBef>
                <a:spcPts val="3000"/>
              </a:spcBef>
              <a:buNone/>
            </a:pPr>
            <a:r>
              <a:rPr b="1"/>
              <a:t>Starting Simple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   These branches merge to </a:t>
            </a:r>
            <a:r>
              <a:rPr>
                <a:latin typeface="Courier"/>
              </a:rPr>
              <a:t>main</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Merging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 their built feature</a:t>
            </a:r>
          </a:p>
          <a:p>
            <a:pPr lvl="1"/>
            <a:r>
              <a:rPr/>
              <a:t>To prove quality so that…</a:t>
            </a:r>
          </a:p>
          <a:p>
            <a:pPr lvl="0" indent="0" marL="0">
              <a:buNone/>
            </a:pPr>
            <a:r>
              <a:rPr/>
              <a:t>Team Leaders/Release Controllers will:</a:t>
            </a:r>
          </a:p>
          <a:p>
            <a:pPr lvl="0"/>
            <a:r>
              <a:rPr/>
              <a:t>Review</a:t>
            </a:r>
          </a:p>
          <a:p>
            <a:pPr lvl="1"/>
            <a:r>
              <a:rPr/>
              <a:t>Code and Test results</a:t>
            </a:r>
          </a:p>
          <a:p>
            <a:pPr lvl="0"/>
            <a:r>
              <a:rPr/>
              <a:t>Approve</a:t>
            </a:r>
          </a:p>
          <a:p>
            <a:pPr lvl="1"/>
            <a:r>
              <a:rPr/>
              <a:t>Safeguard the quality of </a:t>
            </a:r>
            <a:r>
              <a:rPr>
                <a:latin typeface="Courier"/>
              </a:rPr>
              <a:t>main</a:t>
            </a:r>
          </a:p>
          <a:p>
            <a:pPr lvl="0" indent="0" marL="0">
              <a:spcBef>
                <a:spcPts val="3000"/>
              </a:spcBef>
              <a:buNone/>
            </a:pPr>
            <a:r>
              <a:rPr b="1"/>
              <a:t>Before you ask… no, no </a:t>
            </a:r>
            <a:r>
              <a:rPr b="1" i="1"/>
              <a:t>Production</a:t>
            </a:r>
            <a:r>
              <a:rPr b="1"/>
              <a:t> branch</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indent="0" marL="0">
              <a:spcBef>
                <a:spcPts val="3000"/>
              </a:spcBef>
              <a:buNone/>
            </a:pPr>
            <a:r>
              <a:rPr b="1"/>
              <a:t>Release branches</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Test it</a:t>
            </a:r>
          </a:p>
          <a:p>
            <a:pPr lvl="0"/>
            <a:r>
              <a:rPr/>
              <a:t>Deploy it</a:t>
            </a:r>
          </a:p>
          <a:p>
            <a:pPr lvl="0" indent="0" marL="0">
              <a:buNone/>
            </a:pPr>
            <a:r>
              <a:rPr/>
              <a:t>Tag the commit (point in </a:t>
            </a:r>
            <a:r>
              <a:rPr>
                <a:latin typeface="Courier"/>
              </a:rPr>
              <a:t>main</a:t>
            </a:r>
            <a:r>
              <a:rPr/>
              <a:t>’s history) with a release name.</a:t>
            </a:r>
          </a:p>
          <a:p>
            <a:pPr lvl="0" indent="0" marL="0">
              <a:buNone/>
            </a:pPr>
            <a:r>
              <a:rPr/>
              <a:t>A </a:t>
            </a:r>
            <a:r>
              <a:rPr i="1"/>
              <a:t>release maintenance</a:t>
            </a:r>
            <a:r>
              <a:rPr/>
              <a:t> branch will be used if </a:t>
            </a:r>
            <a:r>
              <a:rPr i="1"/>
              <a:t>hot-fixes</a:t>
            </a:r>
            <a:r>
              <a:rPr/>
              <a:t> must be developed and delivered.</a:t>
            </a:r>
          </a:p>
          <a:p>
            <a:pPr lvl="0" indent="0" marL="0">
              <a:spcBef>
                <a:spcPts val="3000"/>
              </a:spcBef>
              <a:buNone/>
            </a:pPr>
            <a:r>
              <a:rPr b="1"/>
              <a:t>Release branches</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Worflows supported by the strategy</a:t>
            </a:r>
          </a:p>
        </p:txBody>
      </p:sp>
      <p:sp>
        <p:nvSpPr>
          <p:cNvPr id="3" name="Content Placeholder 2"/>
          <p:cNvSpPr>
            <a:spLocks noGrp="1"/>
          </p:cNvSpPr>
          <p:nvPr>
            <p:ph idx="1"/>
          </p:nvPr>
        </p:nvSpPr>
        <p:spPr/>
        <p:txBody>
          <a:bodyPr/>
          <a:lstStyle/>
          <a:p>
            <a:pPr lvl="0" indent="0" marL="0">
              <a:spcBef>
                <a:spcPts val="3000"/>
              </a:spcBef>
              <a:buNone/>
            </a:pPr>
            <a:r>
              <a:rPr b="1"/>
              <a:t>Delivering changes via a release</a:t>
            </a:r>
          </a:p>
          <a:p>
            <a:pPr lvl="0" indent="0" marL="0">
              <a:spcBef>
                <a:spcPts val="3000"/>
              </a:spcBef>
              <a:buNone/>
            </a:pPr>
            <a:r>
              <a:rPr b="1"/>
              <a:t>Hot-fix for production</a:t>
            </a:r>
          </a:p>
          <a:p>
            <a:pPr lvl="0" indent="0" marL="0">
              <a:spcBef>
                <a:spcPts val="3000"/>
              </a:spcBef>
              <a:buNone/>
            </a:pPr>
            <a:r>
              <a:rPr b="1"/>
              <a:t>Using an Epic branch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2023-11-20T23:00:44Z</dcterms:created>
  <dcterms:modified xsi:type="dcterms:W3CDTF">2023-11-20T23:00:44Z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Recommended by the DAT Team</vt:lpwstr>
  </property>
  <property fmtid="{D5CDD505-2E9C-101B-9397-08002B2CF9AE}" pid="10" name="toc-title">
    <vt:lpwstr>Table of contents</vt:lpwstr>
  </property>
</Properties>
</file>